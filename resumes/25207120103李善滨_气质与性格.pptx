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12188952" cy="54864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气质与性格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Temperament &amp; Personality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李善滨  |  25207120103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气质概述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什么是气质？气质的核心特征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830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气质类型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9659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四种经典气质类型详解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性格概述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3774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性格的定义与理论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060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060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性格特质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27889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大五人格模型解读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175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气质与性格的关系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2004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二者的区别与联系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429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自我测评分析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36118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我的气质与性格画像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840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8404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3444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对职业发展的影响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40233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气质性格如何影响职业选择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251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3444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完善自我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34440" y="44348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基于认知的提升策略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TEMPERAMENT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F0EE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气质是个人心理活动的</a:t>
            </a:r>
            <a:pPr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动力特征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，主要表现在心理活动的强度、速度、稳定性、灵活性与指向性等方面。它是个体与生俱来的、受神经系统活动特性制约的稳定心理特征。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核心特点：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先天遗传，不易改变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决定行为方式的风格，而非内容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无好坏之分，各有优劣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可被后天的性格与社会化过程调节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FFF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理论基础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古希腊希波克拉底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提出"体液说"，认为人体内的四种体液（血液、粘液、黄胆汁、黑胆汁）决定气质类型。</a:t>
            </a:r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巴甫洛夫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提出高级神经活动类型说，从神经系统的强度、平衡性、灵活性三个维度解释气质差异。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四种经典气质类型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 TEMPERAMENT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AFA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50876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508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多血质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Sanguine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活泼好动，反应迅速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善于交际，注意力易转移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情绪外露且变化快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1920240" cy="182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适合：销售 · 公关 · 主持人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AFAFA"/>
          </a:solidFill>
          <a:ln w="19050">
            <a:solidFill>
              <a:srgbClr val="FFA50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FFA502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508760"/>
            <a:ext cx="777240" cy="777240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508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3756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50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胆汁质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3756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Choleric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精力旺盛，脾气急躁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直率热情，情绪易冲动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做事果断但缺乏耐心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4160520"/>
            <a:ext cx="1920240" cy="18288"/>
          </a:xfrm>
          <a:prstGeom prst="rect">
            <a:avLst/>
          </a:prstGeom>
          <a:solidFill>
            <a:srgbClr val="FFA502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适合：管理 · 创业 · 竞技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AFAFA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1508760"/>
            <a:ext cx="777240" cy="77724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1508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21792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粘液质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Phlegmatic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安静沉稳，反应迟缓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情绪不外露，自制力强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有耐心，做事踏实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4160520"/>
            <a:ext cx="1920240" cy="1828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适合：会计 · 科研 · 技术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9828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AFAFA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98280" y="1371600"/>
            <a:ext cx="265176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12680" y="1508760"/>
            <a:ext cx="777240" cy="7772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012680" y="1508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9828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Melancholic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81160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敏感细腻，情绪体验深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不善交际，观察力强</a:t>
            </a:r>
            <a:endParaRPr lang="en-US" sz="10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做事谨慎，易多虑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64040" y="4160520"/>
            <a:ext cx="192024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Text 40"/>
          <p:cNvSpPr/>
          <p:nvPr/>
        </p:nvSpPr>
        <p:spPr>
          <a:xfrm>
            <a:off x="918972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适合：艺术 · 编辑 · 心理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PERSONALITY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B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性格是个体在社会实践中形成的、对客观现实的稳定态度和与之相适应的习惯化行为方式。与气质不同，性格是后天形成的，具有道德评价意义（好坏之分），是人格的核心组成部分。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 vs 性格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4612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先天遗传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后天习得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不易改变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可塑造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无好坏之分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有好坏之分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行为风格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17920" y="288036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0EE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性格的形成因素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👨‍👩‍👧 家庭环境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早期教养方式与亲子关系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学校教育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同伴互动与教师期望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社会文化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文化价值观与社会角色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自我调节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自我认知与主动塑造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大五人格模型（OCEAN）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 FIVE PERSONALITY TRAITS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344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开放性 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81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· 想象力、审美、尝新意愿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高：好奇·创新·审美敏感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低：务实·保守·偏好常规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1892808"/>
            <a:ext cx="1033272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9933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尽责性 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2494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Conscientiousness · 自律、条理、成就取向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0391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高：可靠·自律·有条不紊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20391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低：随性·灵活·不拘小节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8720" y="2560320"/>
            <a:ext cx="1033272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6609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60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26791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外向性 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29169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Extraversion · 社交、活力、积极情绪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27066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高：健谈·热情·喜欢社交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27066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低：安静·内敛·独处充电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8720" y="3227832"/>
            <a:ext cx="1033272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32841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A50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宜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33467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宜人性 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584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Agreeableness · 信任、利他、合作倾向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3741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高：合作·同理心·信任他人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33741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低：独立·批判·重视自我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88720" y="3895344"/>
            <a:ext cx="1033272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9959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705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872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神经质 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4251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Neuroticism · 情绪稳定性、焦虑倾向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40416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高：敏感·焦虑·情绪起伏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0416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低：稳定·冷静·情绪韧性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气质与性格的关系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645920"/>
            <a:ext cx="4114800" cy="2560320"/>
          </a:xfrm>
          <a:prstGeom prst="ellipse">
            <a:avLst/>
          </a:prstGeom>
          <a:solidFill>
            <a:srgbClr val="F0EEFF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645920"/>
            <a:ext cx="4114800" cy="2560320"/>
          </a:xfrm>
          <a:prstGeom prst="ellipse">
            <a:avLst/>
          </a:prstGeom>
          <a:solidFill>
            <a:srgbClr val="FFF5F5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气质是性格的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「底色」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46304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55448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关键关系
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气质影响性格的表现方式
• 气质使性格带上独特色彩
• 性格可掩盖或改造气质
• 好的性格 + 适配的气质
   = 最佳状态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同一性格特质在不同气质的人身上表现完全不同 —— 如"勤奋"，多血质表现为快速多任务切换，粘液质表现为持久专注。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我的气质与性格测评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SELF-ASSESSMENT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AFA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53035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气质测评结果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多血质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2112264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2112264"/>
            <a:ext cx="2304288" cy="164592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057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胆汁质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2706624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2011680" y="2706624"/>
            <a:ext cx="1440180" cy="164592"/>
          </a:xfrm>
          <a:prstGeom prst="roundRect">
            <a:avLst>
              <a:gd name="adj" fmla="val 22222"/>
            </a:avLst>
          </a:prstGeom>
          <a:solidFill>
            <a:srgbClr val="FFA502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51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粘液质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3300984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3300984"/>
            <a:ext cx="1920240" cy="164592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246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3895344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3895344"/>
            <a:ext cx="1120140" cy="164592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840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典型多血质 + 粘液质混合型：既有活泼外向的特质，又具备沉稳踏实的一面。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AFA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1371600"/>
            <a:ext cx="530352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大五人格自评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2057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2093976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2093976"/>
            <a:ext cx="2496312" cy="164592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0" y="20574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587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尽责性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262432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36" name="Shape 34"/>
          <p:cNvSpPr/>
          <p:nvPr/>
        </p:nvSpPr>
        <p:spPr>
          <a:xfrm>
            <a:off x="7680960" y="2624328"/>
            <a:ext cx="2240280" cy="164592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0" y="25877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118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外向性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80960" y="3154680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0960" y="3154680"/>
            <a:ext cx="2624328" cy="164592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0" y="3118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36484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宜人性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80960" y="3685032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44" name="Shape 42"/>
          <p:cNvSpPr/>
          <p:nvPr/>
        </p:nvSpPr>
        <p:spPr>
          <a:xfrm>
            <a:off x="7680960" y="3685032"/>
            <a:ext cx="2080260" cy="164592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0" y="36484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4178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神经质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80960" y="4215384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</p:sp>
      <p:sp>
        <p:nvSpPr>
          <p:cNvPr id="48" name="Shape 46"/>
          <p:cNvSpPr/>
          <p:nvPr/>
        </p:nvSpPr>
        <p:spPr>
          <a:xfrm>
            <a:off x="7680960" y="4215384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49" name="Text 47"/>
          <p:cNvSpPr/>
          <p:nvPr/>
        </p:nvSpPr>
        <p:spPr>
          <a:xfrm>
            <a:off x="10972800" y="41788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3429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高外向性+高开放性，低神经质：适合需要社交与创新的工作环境，情绪稳定性好。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气质性格与职业发展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 IMPLICATIONS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EEFB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我的优势匹配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多血质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活泼外向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适合销售、市场、公关等需要频繁社交的岗位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粘液质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2331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沉稳专注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适合需要耐心和细致的研究、数据分析等岗位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34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高开放性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乐于尝新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834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适合创意、策划、产品设计等需创新的岗位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3375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37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高外向性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3337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善于沟通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3337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适合团队协作、客户对接、项目管理岗位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0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40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低神经质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3840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情绪稳定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适合高压环境（如快消、电商、创业公司）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需注意的短板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0" y="18288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828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多血质弱点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1828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注意力易分散，深钻不够 → 刻意练习专注力，任务清单+番茄钟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1828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33172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331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粘液质弱点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43800" y="2331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反应稍慢，适应新环境需时 → 提前预习、多做模拟训练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78240" y="2331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28346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834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高外向性风险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3800" y="2834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有时过于依赖外部反馈 → 培养独立思考习惯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0" y="2834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33375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3337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宜人性中等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3337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偶尔忽略他人感受 → 加强主动倾听与共情训练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78240" y="3337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3840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3840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综合建议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4380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扬长补短，不追求「完美人格」，而是找到适合自己的赛道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78240" y="3840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自我完善与发展建议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SELF-IMPROVEMENT PLAN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AFAF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6304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接纳天性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6642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气质无好坏之分，不对自己的性格特质做道德评判。"我就是这样的人"不是借口，但也不必因天生倾向而内耗。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391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30552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305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0848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发挥优势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3317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多血质的社交力+粘液质的专注力=独特的竞争力组合。刻意在日常场景中放大优势，用优势带动短板。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0662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AFA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798064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0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9806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7523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补齐短板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2999232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设定每月一个微习惯改善目标：如本月每天15分钟深度学习（训练专注力），下月每天主动倾听3次（提升宜人性）。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7413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465576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FFA50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655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4198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情景适配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666744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不同场景切换不同"模式"：团队头脑风暴时调用多血质，独立作业时调用粘液质。灵活而不分裂。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0416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AFA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133088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E1705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330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087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持续反思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433425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每周花20分钟做性格行为复盘：哪些处事方式让我收获了正面反馈？哪些场景下性格特质成了阻力？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  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气质是底色，性格是画笔，人生是画卷。接纳天生的底色，用好手中的画笔。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945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气质是先天的行为风格，无好坏之分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15768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670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性格是后天形成的态度与行为方式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4553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多血质+粘液质混合型是我的底色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666744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62102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高外向性+高开放性是我的性格优势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142232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09651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扬长补短，场景适配，持续完善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李善滨  |  25207120103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气质与性格</dc:title>
  <dc:subject>PptxGenJS Presentation</dc:subject>
  <dc:creator>李善滨</dc:creator>
  <cp:lastModifiedBy>李善滨</cp:lastModifiedBy>
  <cp:revision>1</cp:revision>
  <dcterms:created xsi:type="dcterms:W3CDTF">2026-05-25T10:09:36Z</dcterms:created>
  <dcterms:modified xsi:type="dcterms:W3CDTF">2026-05-25T10:09:36Z</dcterms:modified>
</cp:coreProperties>
</file>